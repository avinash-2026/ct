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3"/>
  </p:notesMasterIdLst>
  <p:sldIdLst>
    <p:sldId id="257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82" autoAdjust="0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450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2066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5366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-mergeglobal.com/" TargetMode="Externa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 flipV="1">
            <a:off x="0" y="4883691"/>
            <a:ext cx="9144000" cy="34289"/>
          </a:xfrm>
          <a:prstGeom prst="rect">
            <a:avLst/>
          </a:prstGeom>
          <a:solidFill>
            <a:srgbClr val="CD23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 userDrawn="1">
            <p:ph type="sldNum" sz="quarter" idx="4"/>
          </p:nvPr>
        </p:nvSpPr>
        <p:spPr>
          <a:xfrm>
            <a:off x="0" y="4622007"/>
            <a:ext cx="381000" cy="273844"/>
          </a:xfrm>
          <a:prstGeom prst="rect">
            <a:avLst/>
          </a:prstGeom>
        </p:spPr>
        <p:txBody>
          <a:bodyPr anchor="b"/>
          <a:lstStyle/>
          <a:p>
            <a:r>
              <a:rPr lang="en-US" sz="11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-3633" y="2753"/>
            <a:ext cx="9147633" cy="510246"/>
            <a:chOff x="-3633" y="2753"/>
            <a:chExt cx="9147633" cy="510246"/>
          </a:xfrm>
        </p:grpSpPr>
        <p:sp>
          <p:nvSpPr>
            <p:cNvPr id="19" name="Rectangle 18"/>
            <p:cNvSpPr/>
            <p:nvPr userDrawn="1"/>
          </p:nvSpPr>
          <p:spPr>
            <a:xfrm>
              <a:off x="-3633" y="2753"/>
              <a:ext cx="9144000" cy="471812"/>
            </a:xfrm>
            <a:prstGeom prst="rect">
              <a:avLst/>
            </a:prstGeom>
            <a:gradFill flip="none" rotWithShape="1">
              <a:gsLst>
                <a:gs pos="65000">
                  <a:schemeClr val="bg1"/>
                </a:gs>
                <a:gs pos="21000">
                  <a:srgbClr val="00A9EA"/>
                </a:gs>
                <a:gs pos="0">
                  <a:srgbClr val="00A9EA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9728" tIns="54864" rIns="109728" bIns="54864"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/>
            <p:cNvSpPr/>
            <p:nvPr userDrawn="1"/>
          </p:nvSpPr>
          <p:spPr>
            <a:xfrm>
              <a:off x="0" y="478710"/>
              <a:ext cx="9144000" cy="34289"/>
            </a:xfrm>
            <a:prstGeom prst="rect">
              <a:avLst/>
            </a:prstGeom>
            <a:solidFill>
              <a:srgbClr val="CD232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76E60D3D-455F-407F-A9C7-705020DFC4CD}"/>
              </a:ext>
            </a:extLst>
          </p:cNvPr>
          <p:cNvSpPr/>
          <p:nvPr userDrawn="1"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0A9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900" b="0" u="none">
                <a:solidFill>
                  <a:schemeClr val="bg1"/>
                </a:solidFill>
                <a:latin typeface="Calibri" pitchFamily="34" charset="0"/>
              </a:rPr>
              <a:t>                                                                                                                        </a:t>
            </a:r>
            <a:r>
              <a:rPr lang="en-US" sz="900" b="0">
                <a:solidFill>
                  <a:schemeClr val="bg1"/>
                </a:solidFill>
                <a:latin typeface="Calibri" pitchFamily="34" charset="0"/>
                <a:hlinkClick r:id="rId3"/>
              </a:rPr>
              <a:t>www.e-mergeglobal.com</a:t>
            </a:r>
            <a:r>
              <a:rPr lang="en-US" sz="900" b="0">
                <a:solidFill>
                  <a:schemeClr val="bg1"/>
                </a:solidFill>
                <a:latin typeface="Calibri" pitchFamily="34" charset="0"/>
              </a:rPr>
              <a:t> | Ph : 1 888 247 1618 (USA)                                                                 E-Merge tech Global Services, India </a:t>
            </a:r>
            <a:endParaRPr lang="en-US" sz="900" b="0" dirty="0">
              <a:solidFill>
                <a:schemeClr val="bg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B50F3F1-2C5A-44FA-88DF-C9F22A3122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266700" y="4902682"/>
            <a:ext cx="1295400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zh-TW" sz="900" b="1" dirty="0">
                <a:solidFill>
                  <a:schemeClr val="bg1"/>
                </a:solidFill>
                <a:latin typeface="Calibri" pitchFamily="34" charset="0"/>
                <a:ea typeface="新細明體"/>
                <a:cs typeface="新細明體"/>
              </a:rPr>
              <a:t>© Copyright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0AA1BD-FECB-8929-43C3-AADD3C0C0ABE}"/>
              </a:ext>
            </a:extLst>
          </p:cNvPr>
          <p:cNvPicPr/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412" t="21749" r="22976" b="22499"/>
          <a:stretch/>
        </p:blipFill>
        <p:spPr bwMode="auto">
          <a:xfrm>
            <a:off x="7620000" y="0"/>
            <a:ext cx="1508760" cy="46741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Picture 5" descr="\\etgs02\Application\BD APPLICATION\OMS\E-Merge Logo Revised\E-merge-logo-Transparent-Revised-23.02.17-3.png">
            <a:extLst>
              <a:ext uri="{FF2B5EF4-FFF2-40B4-BE49-F238E27FC236}">
                <a16:creationId xmlns:a16="http://schemas.microsoft.com/office/drawing/2014/main" id="{BA56DFAD-C4B8-9FFC-1C98-FEC22DC444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4177" y="6607"/>
            <a:ext cx="1281223" cy="4674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90731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index.html" TargetMode="External"/><Relationship Id="rId2" Type="http://schemas.openxmlformats.org/officeDocument/2006/relationships/hyperlink" Target="index.html?fullscreen=1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hlinkClick r:id="rId2" action="ppaction://hlinkfile"/>
          </p:cNvPr>
          <p:cNvSpPr txBox="1"/>
          <p:nvPr/>
        </p:nvSpPr>
        <p:spPr>
          <a:xfrm>
            <a:off x="685800" y="1920240"/>
            <a:ext cx="7772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i="1" dirty="0">
                <a:solidFill>
                  <a:schemeClr val="tx2">
                    <a:lumMod val="75000"/>
                  </a:schemeClr>
                </a:solidFill>
                <a:latin typeface="Aptos" panose="020B0004020202020204" pitchFamily="34" charset="0"/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Contextual Thinking</a:t>
            </a:r>
            <a:endParaRPr sz="5400" i="1" dirty="0">
              <a:solidFill>
                <a:schemeClr val="tx2">
                  <a:lumMod val="75000"/>
                </a:schemeClr>
              </a:solidFill>
              <a:latin typeface="Aptos" panose="020B0004020202020204" pitchFamily="34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0000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442</TotalTime>
  <Words>2</Words>
  <Application>Microsoft Office PowerPoint</Application>
  <PresentationFormat>On-screen Show (16:9)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1_Office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Lateral Thinking – E-Merge Tech Global Services</dc:title>
  <dc:subject>PptxGenJS Presentation</dc:subject>
  <dc:creator>PptxGenJS</dc:creator>
  <cp:lastModifiedBy>Avinash R</cp:lastModifiedBy>
  <cp:revision>21</cp:revision>
  <dcterms:created xsi:type="dcterms:W3CDTF">2026-06-23T10:47:35Z</dcterms:created>
  <dcterms:modified xsi:type="dcterms:W3CDTF">2026-07-09T15:41:38Z</dcterms:modified>
</cp:coreProperties>
</file>